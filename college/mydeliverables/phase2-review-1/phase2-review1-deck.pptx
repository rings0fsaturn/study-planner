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presentationml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ldPr>
    <a:clrMapOvr>
      <a:masterClrMapping/>
    </a:clrMapOvr>
  </p:sld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1"/>
  </p:slideViewPr>
  <p:notesTextViewPr>
    <p:cSldViewPr snapToGrid="1"/>
  </p:notesTextViewPr>
  <p:gridSpacing cx="76200" cy="76200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theme" Target="theme/theme1.xml"/>
  <Relationship Id="rId9" Type="http://schemas.openxmlformats.org/officeDocument/2006/relationships/presProps" Target="presProps.xml"/>
  <Relationship Id="rId10" Type="http://schemas.openxmlformats.org/officeDocument/2006/relationships/viewProps" Target="viewProps.xml"/>
  <Relationship Id="rId11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/>
    </p:titleStyle>
    <p:bodyStyle>
      <a:lvl1pPr/>
    </p:bodyStyle>
    <p:otherStyle>
      <a:lvl1pPr/>
    </p:otherStyle>
  </p:txStyles>
</p:sldMaster>
</file>

<file path=ppt/slides/_rels/slide1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1.png"/>
</Relationships>

</file>

<file path=ppt/slides/_rels/slide2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2.png"/>
</Relationships>

</file>

<file path=ppt/slides/_rels/slide3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3.png"/>
</Relationships>

</file>

<file path=ppt/slides/_rels/slide4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4.png"/>
</Relationships>

</file>

<file path=ppt/slides/_rels/slide5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5.png"/>
</Relationships>

</file>

<file path=ppt/slides/_rels/slide6.xml.rels><?xml version="1.0" encoding="UTF-8" standalone="yes"?>
<Relationships xmlns="http://schemas.openxmlformats.org/package/2006/relationships">
  <Relationship Id="rId2" Type="http://schemas.openxmlformats.org/officeDocument/2006/relationships/image" Target="../media/image6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162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6</Slides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6" baseType="lpstr">
      <vt:lpstr>Assessments + LLM-Guided Practice</vt:lpstr>
      <vt:lpstr>This week: from ideas to implementation contracts</vt:lpstr>
      <vt:lpstr>We defined the Phase 2 product loop</vt:lpstr>
      <vt:lpstr>The contract pack makes the system implementable</vt:lpstr>
      <vt:lpstr>Pending work: decisions and implementation</vt:lpstr>
      <vt:lpstr>Next two weeks: build one complete vertical slice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Phase 2 Review-1 — Assessments + LLM-Guided Practice</dc:title>
  <dc:creator>Rohit Saji</dc:creator>
  <cp:lastModifiedBy>Rohit Saji</cp:lastModifiedBy>
  <dcterms:created xsi:type="dcterms:W3CDTF">2026-08-09T00:00:00Z</dcterms:created>
  <dcterms:modified xsi:type="dcterms:W3CDTF">2026-08-09T00:00:00Z</dcterms:modified>
</cp:coreProperties>
</file>