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49" d="100"/>
          <a:sy n="149" d="100"/>
        </p:scale>
        <p:origin x="5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Review-1 — Assessments + LLM-Guided Practice</dc:title>
  <dc:creator>Rohit Saji</dc:creator>
  <cp:lastModifiedBy>user</cp:lastModifiedBy>
  <cp:revision>1</cp:revision>
  <dcterms:created xsi:type="dcterms:W3CDTF">2026-08-09T00:00:00Z</dcterms:created>
  <dcterms:modified xsi:type="dcterms:W3CDTF">2026-09-12T09:00:34Z</dcterms:modified>
</cp:coreProperties>
</file>