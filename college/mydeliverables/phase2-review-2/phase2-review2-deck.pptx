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149" d="100"/>
          <a:sy n="149" d="100"/>
        </p:scale>
        <p:origin x="54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/>
    </p:titleStyle>
    <p:bodyStyle>
      <a:lvl1pPr/>
    </p:bodyStyle>
    <p:otherStyle>
      <a:lvl1pPr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2 Review-1 — Assessments + LLM-Guided Practice</dc:title>
  <dc:creator>Rohit Saji</dc:creator>
  <cp:lastModifiedBy>user</cp:lastModifiedBy>
  <cp:revision>1</cp:revision>
  <dcterms:created xsi:type="dcterms:W3CDTF">2026-08-09T00:00:00Z</dcterms:created>
  <dcterms:modified xsi:type="dcterms:W3CDTF">2026-09-12T09:04:32Z</dcterms:modified>
</cp:coreProperties>
</file>