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TIER   ·   STATUS UPDATE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Offline /research</a:t>
            </a:r>
            <a:endParaRPr lang="en-US" sz="36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Stands Today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3957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A done &amp; genuine · Pillar B data now secured · two parts remain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12494A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546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03504" y="3566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complete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3063240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12494A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31546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163824" y="3566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secured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3063240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12494A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31546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724144" y="3566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remain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224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Saji</a:t>
            </a:r>
            <a:pPr indent="0" marL="0">
              <a:buNone/>
            </a:pPr>
            <a:r>
              <a:rPr lang="en-US" sz="1200" dirty="0">
                <a:solidFill>
                  <a:srgbClr val="D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M.Tech DS &amp; AI · PES University        </a:t>
            </a:r>
            <a:pPr indent="0" marL="0">
              <a:buNone/>
            </a:pPr>
            <a:r>
              <a:rPr lang="en-US" sz="120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Ramesh Prakash Guledgudd</a:t>
            </a:r>
            <a:endParaRPr lang="en-US" sz="1200" dirty="0"/>
          </a:p>
        </p:txBody>
      </p:sp>
      <p:pic>
        <p:nvPicPr>
          <p:cNvPr id="15" name="Image 0" descr="/sessions/wonderful-nice-heisenberg/mnt/study-planner-web/college/mydeliverables/1st-Review/report/pe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5720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We Are Building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horizontal pillars behind one Intelligence Service; the gold loop is the Phase-II novelty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326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 ·  Rohit Saji  ·  Research-tier status — 2nd Guidance Call (14 Jun 2026)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800" dirty="0"/>
          </a:p>
        </p:txBody>
      </p:sp>
      <p:pic>
        <p:nvPicPr>
          <p:cNvPr id="7" name="Image 0" descr="/sessions/wonderful-nice-heisenberg/mnt/study-planner-web/college/mydeliverables/1st-Review/deck/assets/architecture_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9451" y="1335024"/>
            <a:ext cx="5565098" cy="3017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4256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Pillar A, built      </a:t>
            </a:r>
            <a:pPr algn="ctr" indent="0" marL="0">
              <a:buNone/>
            </a:pPr>
            <a:r>
              <a:rPr lang="en-US" sz="1050" b="1" dirty="0">
                <a:solidFill>
                  <a:srgbClr val="8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</a:t>
            </a:r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Pillar B, Phase II      </a:t>
            </a:r>
            <a:pPr algn="ctr" indent="0" marL="0">
              <a:buNone/>
            </a:pPr>
            <a:r>
              <a:rPr lang="en-US" sz="10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closed loop (held for Phase II)      </a:t>
            </a:r>
            <a:pPr algn="ctr"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offline research tier (this status)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vs Pending — Mapped to the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on the diagram, with its current research-tier status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326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 ·  Rohit Saji  ·  Research-tier status — 2nd Guidance Call (14 Jun 2026)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35024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3502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00200" y="1335024"/>
            <a:ext cx="1508760" cy="237744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133502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1335024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33502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43400" y="1335024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3D7068"/>
          </a:solidFill>
          <a:ln w="12700">
            <a:solidFill>
              <a:srgbClr val="3D70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33502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00200" y="15819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pending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55648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143000"/>
                <a:gridCol w="39776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block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stands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 A — calibration · detection · projection · scheduling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 720-learner Monte-Carlo comparison; figures + tables auto-generated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research — synthetic generator + comparison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archetypes × 3 bands, frozen pre-registered params, seed-deterministic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 B — knowledge-tracing bench (pipeline)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PLACEHOLDER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Eedi + ACcoding data now in hand — re-run swaps smoke fixtures for real numbers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C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 B — item generation · answer evaluation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D7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II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Designed; build deferred to Phase II (LLM, exam-aware)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loop — verified mastery → recalibrate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D70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II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&amp; archived; deliberately held as the Phase-II headline novelty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N=1 validation · report/journal wiring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 — Phase 5 (own sessions) + Phase 6 (\input figures)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A —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learners with known ground truth → a genuine, paired multi-candidate comparison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326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 ·  Rohit Saji  ·  Research-tier status — 2nd Guidance Call (14 Jun 2026)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16736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D9E4E2"/>
          </a:solidFill>
          <a:ln w="12700">
            <a:solidFill>
              <a:srgbClr val="3D70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16736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 </a:t>
            </a:r>
            <a:pPr indent="0" marL="0">
              <a:buNone/>
            </a:pPr>
            <a:r>
              <a:rPr lang="en-US" sz="9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generator, known ground truth — 6 archetypes × 3 length-bands × 40 seeds = </a:t>
            </a:r>
            <a:pPr indent="0" marL="0">
              <a:buNone/>
            </a:pPr>
            <a:r>
              <a:rPr lang="en-US" sz="93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 learners</a:t>
            </a:r>
            <a:pPr indent="0" marL="0">
              <a:buNone/>
            </a:pPr>
            <a:r>
              <a:rPr lang="en-US" sz="9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pre-registered frozen params (hash e716cd12dddc)  ·  seed-deterministic  ·  oracle upper-bounds confirm each task is solvable.</a:t>
            </a:r>
            <a:endParaRPr lang="en-US" sz="93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10512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194560"/>
                <a:gridCol w="2103120"/>
                <a:gridCol w="26974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Candidates (★ shipped)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/ metric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→ conclusion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Pace calibration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 ★ vs SMA · EWMA · pooled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error vs truth · paired t (Δ, p, effect)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 wins</a:t>
                      </a:r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err 0.033 vs EWMA 0.109, p&lt;1e-16, d=2.2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detection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CUSUM ★ vs EWMA-chart · CSD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↔ false-alarm, split step/drift · ROC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C997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CSD fastest (lat ≈4–5); CUSUM fewest false alarms (≈0.016)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projection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 ★ vs linear · Kalman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finish-date error · 95% CI coverage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 lowest error</a:t>
                      </a:r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B44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(16.6 vs 29 d) — but all CIs under-cover (≈0.2–0.68)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generation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★ vs DP · rule-based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drift · capacity · prereq order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scales best</a:t>
                      </a:r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greedy drifts ≈30 d on complex mixes; capacity ok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151376"/>
            <a:ext cx="8229600" cy="512064"/>
          </a:xfrm>
          <a:prstGeom prst="roundRect">
            <a:avLst>
              <a:gd name="adj" fmla="val 8929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151376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FURTHER →  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(N=1 own sessions + public KT benchmark)  ·  widen the sweep + more seeds (243-cell grid, ranking stable ~96%)  ·  fix projection interval calibration (coverage well below 0.95)  ·  blind held-out + more archetypes.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B — Data Secured, Numbers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 pipeline was already done — only its public data was missing. Both datasets are now in hand.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326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 ·  Rohit Saji  ·  Research-tier status — 2nd Guidance Call (14 Jun 2026)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77640" cy="1572768"/>
          </a:xfrm>
          <a:prstGeom prst="roundRect">
            <a:avLst>
              <a:gd name="adj" fmla="val 3488"/>
            </a:avLst>
          </a:prstGeom>
          <a:solidFill>
            <a:srgbClr val="E3EFE7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813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EEDI / NeurIPS-2020  ·  MCQ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3520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train_task_3_4.csv — 1.38M MCQ rows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pyKT NIPS34 format (user · question · correct)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tags → concept-level cold-start KT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77640" cy="1572768"/>
          </a:xfrm>
          <a:prstGeom prst="roundRect">
            <a:avLst>
              <a:gd name="adj" fmla="val 3488"/>
            </a:avLst>
          </a:prstGeom>
          <a:solidFill>
            <a:srgbClr val="E3EFE7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4813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ACcoding  ·  coding  (POJ substitute)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792224"/>
            <a:ext cx="3520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4.05M submissions · 27,444 students · 4,559 tasks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knowledge-point tags (richer than POJ)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poj_log.csv: creator→User · problem→Problem · AC→correct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8229600" cy="658368"/>
          </a:xfrm>
          <a:prstGeom prst="roundRect">
            <a:avLst>
              <a:gd name="adj" fmla="val 6944"/>
            </a:avLst>
          </a:prstGeom>
          <a:solidFill>
            <a:srgbClr val="F2E4C6"/>
          </a:solidFill>
          <a:ln w="12700">
            <a:solidFill>
              <a:srgbClr val="C997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090672"/>
            <a:ext cx="7827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caveat: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ACcoding has no submit-time column → use the auto-increment </a:t>
            </a:r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chronological order (provenance-noted). Drop WT/JG (non-terminal); AC = correct, every other verdict = incorrect.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877056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7705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→  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</a:t>
            </a:r>
            <a:pPr algn="l" indent="0" marL="0">
              <a:buNone/>
            </a:pPr>
            <a:r>
              <a:rPr lang="en-US" sz="10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Eedi (MCQ) + ACcoding (coding, replacing the dead POJ)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Next: wire both in and re-run make kt → real cold-start AUC + ECE replace today's placeholders.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Pending — Path to R3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Data's now in hand: one immediate re-run, then two parts remain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326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 ·  Rohit Saji  ·  Research-tier status — 2nd Guidance Call (14 Jun 2026)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776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97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3977640" cy="54864"/>
          </a:xfrm>
          <a:prstGeom prst="rect">
            <a:avLst/>
          </a:prstGeom>
          <a:solidFill>
            <a:srgbClr val="C9974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5636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81965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 real-data validation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8096" y="2203704"/>
            <a:ext cx="3465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your own logged study sessions</a:t>
            </a:r>
            <a:endParaRPr lang="en-US" sz="10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real-vs-synthetic for generator face-validity</a:t>
            </a:r>
            <a:endParaRPr lang="en-US" sz="10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sessions through the harness as a feasibility case — no performance claims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1792" y="3236976"/>
            <a:ext cx="3648456" cy="384048"/>
          </a:xfrm>
          <a:prstGeom prst="roundRect">
            <a:avLst>
              <a:gd name="adj" fmla="val 11905"/>
            </a:avLst>
          </a:prstGeom>
          <a:solidFill>
            <a:srgbClr val="F2E4C6"/>
          </a:solidFill>
          <a:ln w="9525">
            <a:solidFill>
              <a:srgbClr val="C997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3697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start logging now — want ~15–25 sessions by R3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709160" y="1417320"/>
            <a:ext cx="39776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3D70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417320"/>
            <a:ext cx="3977640" cy="54864"/>
          </a:xfrm>
          <a:prstGeom prst="rect">
            <a:avLst/>
          </a:prstGeom>
          <a:solidFill>
            <a:srgbClr val="3D7068"/>
          </a:solidFill>
          <a:ln/>
        </p:spPr>
      </p:sp>
      <p:sp>
        <p:nvSpPr>
          <p:cNvPr id="16" name="Text 14"/>
          <p:cNvSpPr/>
          <p:nvPr/>
        </p:nvSpPr>
        <p:spPr>
          <a:xfrm>
            <a:off x="4910328" y="15636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0328" y="181965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journal wiring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0056" y="2203704"/>
            <a:ext cx="3465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\input the generated figures/tables into main.tex</a:t>
            </a:r>
            <a:endParaRPr lang="en-US" sz="10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provenance footnotes + IMRAD journal skeleton</a:t>
            </a:r>
            <a:endParaRPr lang="en-US" sz="10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gate: clean clone → make all → 0 undefined refs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4873752" y="3236976"/>
            <a:ext cx="3648456" cy="384048"/>
          </a:xfrm>
          <a:prstGeom prst="roundRect">
            <a:avLst>
              <a:gd name="adj" fmla="val 11905"/>
            </a:avLst>
          </a:prstGeom>
          <a:solidFill>
            <a:srgbClr val="D9E4E2"/>
          </a:solidFill>
          <a:ln w="9525">
            <a:solidFill>
              <a:srgbClr val="3D70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23697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already exist in report/generated/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57200" y="3895344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9534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E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unblocked →  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in Eedi (MCQ) + ACcoding (coding) and re-run make kt: today's placeholder KT numbers become real cold-start AUC + ECE before R3.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Study Planning — Research-tier Status (2nd Guidance Call)</dc:title>
  <dc:subject>PptxGenJS Presentation</dc:subject>
  <dc:creator>Rohit Saji</dc:creator>
  <cp:lastModifiedBy>Rohit Saji</cp:lastModifiedBy>
  <cp:revision>1</cp:revision>
  <dcterms:created xsi:type="dcterms:W3CDTF">2026-06-14T03:02:45Z</dcterms:created>
  <dcterms:modified xsi:type="dcterms:W3CDTF">2026-06-14T03:02:45Z</dcterms:modified>
</cp:coreProperties>
</file>